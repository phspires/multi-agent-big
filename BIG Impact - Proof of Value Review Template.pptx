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7"/>
  </p:notesMasterIdLst>
  <p:sldIdLst>
    <p:sldId id="272" r:id="rId5"/>
    <p:sldId id="273" r:id="rId6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38A49"/>
    <a:srgbClr val="50389C"/>
    <a:srgbClr val="342662"/>
    <a:srgbClr val="AD7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87"/>
    <p:restoredTop sz="89771"/>
  </p:normalViewPr>
  <p:slideViewPr>
    <p:cSldViewPr snapToGrid="0" showGuides="1">
      <p:cViewPr>
        <p:scale>
          <a:sx n="105" d="100"/>
          <a:sy n="105" d="100"/>
        </p:scale>
        <p:origin x="568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6D434-2A97-4B4D-98BA-C68F82192977}" type="datetimeFigureOut">
              <a:rPr lang="pt-PT" smtClean="0"/>
              <a:t>17/03/26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C29E-2CF5-2B42-8D66-6463955E192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70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C29E-2CF5-2B42-8D66-6463955E192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77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C29E-2CF5-2B42-8D66-6463955E192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8BC0-B422-C29A-F9C5-EAE77B571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3F82D-E46C-7146-2570-9070AA285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2CABA-246B-243E-0646-FA3859F0F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0ADD9-345E-0B4A-B394-FF8B0BE8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1C00-8DAA-D6C6-C6B5-DED35115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7886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90A6-8D02-DF22-6379-EC230EDF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C7607-C262-1C8A-7923-DDA420C0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74C7E-D256-865E-7DDE-DC2183A0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9EB79-1125-5A90-D281-D223B283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45425-47E5-2B5D-2AE5-2BF09C6E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511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2B83-AC29-450E-4844-4B4E74C4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DEEEA-F275-30A2-DC8C-0B19772BF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A97CD-0F34-1B5C-C1CE-E832058D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DE349-F7CB-3FFC-5F09-683FA832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2507-D057-7623-745E-82710452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3178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7547-0FFB-A013-41A0-B203F69D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C106-4519-C17B-9299-2D400E716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F5D61-1C99-BEC3-3F07-FA3B3FB8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2753D-C525-B654-AB3C-B31E1979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6080-9720-FE12-C0C2-51330A1C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0F513-646B-C407-9249-6AB6023A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9770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294D-559C-FD1D-5AD9-170ED86B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E523-1220-2CC5-AAAE-FFC281981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E9892-A89B-0231-F41F-9ECB78B20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37819-9F40-3B04-4851-6E5FE93DD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975F1-0F4C-A1C5-98FF-3EFD3C193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EA462-2B7A-8C75-1656-EAA9B1CB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556A0-FADA-9983-5CD0-B42AF9F7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736284-589F-01E6-7127-BB04D008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5117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CA41-6F3F-C8BD-51F2-AF0B8960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E8FC5-247C-E6D1-EC96-B9A39908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D85D3-B880-447D-0B0B-5D9B94D1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64855-C90A-8914-5BD0-716290A5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4668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2A5D6-7BBE-0CDB-C2C6-6F37FBC7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CE2E6-1A2D-E319-274D-4F15F42B3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155A-D9E1-E239-C0F2-D68C3475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176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B951-8E98-BC8E-4139-93A60BD7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474E-37AB-CD33-5DCA-26745F71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65E4E-9411-E086-B715-4D51B345D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1C115-CAA3-9A80-FBB6-009E68D8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81545-0096-61E3-5185-F9782FB3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44FB5-C3C1-1BD6-3821-7FF1847D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77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30A-F9B8-0E45-442B-351DDCA8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775E8-93E6-6144-65F2-DCDDA6A83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84C14-F966-6132-4ABF-4F08ED9EB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7C5C6-3CF9-D627-8424-15530583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E3A4F-1A47-BC4D-B4B8-15CB1A63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CEE1A-E365-CE04-7340-B6313F64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932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4445-E279-1BA0-4385-AD04F782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ED0DB-66CA-A26A-3950-FB091A574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08C6F-4B0B-9A60-9D60-B9EE3647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8FF1F-884D-81FE-1CC3-EB3B67D7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0A91-1FF8-B4A0-A4E8-113307FD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4412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20743-E1C7-D6F1-CE5D-AFC4E6831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D6847-C5AF-41A0-D827-6FA67BE64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40BF2-F199-4662-6E90-F9E2D46D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3D850-7AFA-0CE8-9C9A-05C472F5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EE49D-7618-29BD-44BC-5759453D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2913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C7ED7-BCED-4BFB-61F5-A0EB5214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79C1B-61D2-72CF-A986-D02BE89B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6075-EAED-56E9-C7AD-7CA86594E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EDA10-8C18-62DC-CFBE-509BE97BB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4D07B-813E-9778-7F1D-5D862762E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7419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E9A9B-A244-22E5-671E-662871F1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B89DA2C-C322-BB1A-7F26-D34E00EFC163}"/>
              </a:ext>
            </a:extLst>
          </p:cNvPr>
          <p:cNvGrpSpPr/>
          <p:nvPr/>
        </p:nvGrpSpPr>
        <p:grpSpPr>
          <a:xfrm>
            <a:off x="527700" y="1902202"/>
            <a:ext cx="5348052" cy="2069509"/>
            <a:chOff x="501042" y="1941534"/>
            <a:chExt cx="5830446" cy="233042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0FD136B-8063-6612-3079-28D7AD2F6652}"/>
                </a:ext>
              </a:extLst>
            </p:cNvPr>
            <p:cNvSpPr/>
            <p:nvPr/>
          </p:nvSpPr>
          <p:spPr>
            <a:xfrm>
              <a:off x="501042" y="1941534"/>
              <a:ext cx="5830446" cy="2330425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72D06E-014D-4F40-12B7-EACD946F7782}"/>
                </a:ext>
              </a:extLst>
            </p:cNvPr>
            <p:cNvSpPr txBox="1"/>
            <p:nvPr/>
          </p:nvSpPr>
          <p:spPr>
            <a:xfrm>
              <a:off x="994512" y="2081024"/>
              <a:ext cx="5098590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(preencher)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A26E6D2-4BAF-C741-D8BF-A008599A9B0C}"/>
              </a:ext>
            </a:extLst>
          </p:cNvPr>
          <p:cNvSpPr txBox="1"/>
          <p:nvPr/>
        </p:nvSpPr>
        <p:spPr>
          <a:xfrm>
            <a:off x="2215785" y="502416"/>
            <a:ext cx="7680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</a:t>
            </a:r>
            <a:endParaRPr kumimoji="0" lang="en-PT" sz="48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6" descr="A purple and black logo&#10;&#10;AI-generated content may be incorrect.">
            <a:extLst>
              <a:ext uri="{FF2B5EF4-FFF2-40B4-BE49-F238E27FC236}">
                <a16:creationId xmlns:a16="http://schemas.microsoft.com/office/drawing/2014/main" id="{096B2816-B90A-6EDE-2AEE-E0E39AF19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328" y="580628"/>
            <a:ext cx="1530263" cy="910871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23D72617-9BF0-5B67-F227-F10F087B97D3}"/>
              </a:ext>
            </a:extLst>
          </p:cNvPr>
          <p:cNvSpPr txBox="1"/>
          <p:nvPr/>
        </p:nvSpPr>
        <p:spPr>
          <a:xfrm>
            <a:off x="476279" y="1200061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1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Problem</a:t>
            </a: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3200" b="1" i="1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Statement</a:t>
            </a: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(max. 500 caracteres)</a:t>
            </a:r>
            <a:endParaRPr kumimoji="0" lang="en-PT" sz="14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2C757934-0915-A618-DCA2-5B961947663D}"/>
              </a:ext>
            </a:extLst>
          </p:cNvPr>
          <p:cNvGrpSpPr/>
          <p:nvPr/>
        </p:nvGrpSpPr>
        <p:grpSpPr>
          <a:xfrm>
            <a:off x="527704" y="4577833"/>
            <a:ext cx="5348048" cy="868020"/>
            <a:chOff x="797219" y="1955170"/>
            <a:chExt cx="5830439" cy="977456"/>
          </a:xfrm>
        </p:grpSpPr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77EF0149-3519-669D-B5A4-656A1614194E}"/>
                </a:ext>
              </a:extLst>
            </p:cNvPr>
            <p:cNvSpPr/>
            <p:nvPr/>
          </p:nvSpPr>
          <p:spPr>
            <a:xfrm>
              <a:off x="797219" y="1955170"/>
              <a:ext cx="5830439" cy="636916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6E129F50-19B3-D3E2-29C5-C2831F92C14D}"/>
                </a:ext>
              </a:extLst>
            </p:cNvPr>
            <p:cNvSpPr txBox="1"/>
            <p:nvPr/>
          </p:nvSpPr>
          <p:spPr>
            <a:xfrm>
              <a:off x="1015053" y="1989278"/>
              <a:ext cx="5297396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(preencher)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1" name="TextBox 7">
            <a:extLst>
              <a:ext uri="{FF2B5EF4-FFF2-40B4-BE49-F238E27FC236}">
                <a16:creationId xmlns:a16="http://schemas.microsoft.com/office/drawing/2014/main" id="{338A0B16-6F05-F4A9-CD16-005C60A77D2B}"/>
              </a:ext>
            </a:extLst>
          </p:cNvPr>
          <p:cNvSpPr txBox="1"/>
          <p:nvPr/>
        </p:nvSpPr>
        <p:spPr>
          <a:xfrm>
            <a:off x="256031" y="3937143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Hipótese de valor</a:t>
            </a:r>
            <a:endParaRPr kumimoji="0" lang="en-PT" sz="14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6" name="Group 20">
            <a:extLst>
              <a:ext uri="{FF2B5EF4-FFF2-40B4-BE49-F238E27FC236}">
                <a16:creationId xmlns:a16="http://schemas.microsoft.com/office/drawing/2014/main" id="{FB854D6C-30DE-7BCD-7EEF-5E87D19BDDF5}"/>
              </a:ext>
            </a:extLst>
          </p:cNvPr>
          <p:cNvGrpSpPr/>
          <p:nvPr/>
        </p:nvGrpSpPr>
        <p:grpSpPr>
          <a:xfrm>
            <a:off x="527704" y="5358587"/>
            <a:ext cx="5348048" cy="384403"/>
            <a:chOff x="698338" y="1900846"/>
            <a:chExt cx="5830439" cy="432867"/>
          </a:xfrm>
        </p:grpSpPr>
        <p:sp>
          <p:nvSpPr>
            <p:cNvPr id="17" name="Rounded Rectangle 2">
              <a:extLst>
                <a:ext uri="{FF2B5EF4-FFF2-40B4-BE49-F238E27FC236}">
                  <a16:creationId xmlns:a16="http://schemas.microsoft.com/office/drawing/2014/main" id="{4CE3A3FA-10B5-003F-7208-AA150D20DAB6}"/>
                </a:ext>
              </a:extLst>
            </p:cNvPr>
            <p:cNvSpPr/>
            <p:nvPr/>
          </p:nvSpPr>
          <p:spPr>
            <a:xfrm>
              <a:off x="698338" y="1941536"/>
              <a:ext cx="5830439" cy="392177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2A893D6D-EBF3-255D-F9B8-F78D5F2B080F}"/>
                </a:ext>
              </a:extLst>
            </p:cNvPr>
            <p:cNvSpPr txBox="1"/>
            <p:nvPr/>
          </p:nvSpPr>
          <p:spPr>
            <a:xfrm>
              <a:off x="816770" y="1900846"/>
              <a:ext cx="5297396" cy="4328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(principal)</a:t>
              </a:r>
            </a:p>
          </p:txBody>
        </p:sp>
      </p:grpSp>
      <p:sp>
        <p:nvSpPr>
          <p:cNvPr id="19" name="TextBox 7">
            <a:extLst>
              <a:ext uri="{FF2B5EF4-FFF2-40B4-BE49-F238E27FC236}">
                <a16:creationId xmlns:a16="http://schemas.microsoft.com/office/drawing/2014/main" id="{25BCD75B-B04D-91CD-8769-863099E59E5C}"/>
              </a:ext>
            </a:extLst>
          </p:cNvPr>
          <p:cNvSpPr txBox="1"/>
          <p:nvPr/>
        </p:nvSpPr>
        <p:spPr>
          <a:xfrm rot="16200000">
            <a:off x="-790591" y="5630438"/>
            <a:ext cx="1968519" cy="66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Métricas</a:t>
            </a:r>
            <a:endParaRPr kumimoji="0" lang="en-PT" sz="110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45E5F19C-7A30-18A9-E0B3-E0097A74CD31}"/>
              </a:ext>
            </a:extLst>
          </p:cNvPr>
          <p:cNvSpPr/>
          <p:nvPr/>
        </p:nvSpPr>
        <p:spPr>
          <a:xfrm>
            <a:off x="527704" y="5790339"/>
            <a:ext cx="5348048" cy="348269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ounded Rectangle 2">
            <a:extLst>
              <a:ext uri="{FF2B5EF4-FFF2-40B4-BE49-F238E27FC236}">
                <a16:creationId xmlns:a16="http://schemas.microsoft.com/office/drawing/2014/main" id="{7D49AE5F-A8C0-FE0A-EBB6-8DB682F67CD9}"/>
              </a:ext>
            </a:extLst>
          </p:cNvPr>
          <p:cNvSpPr/>
          <p:nvPr/>
        </p:nvSpPr>
        <p:spPr>
          <a:xfrm>
            <a:off x="527704" y="6185957"/>
            <a:ext cx="5348048" cy="348269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8A61469D-30A1-2074-75BD-C7008E815508}"/>
              </a:ext>
            </a:extLst>
          </p:cNvPr>
          <p:cNvSpPr txBox="1"/>
          <p:nvPr/>
        </p:nvSpPr>
        <p:spPr>
          <a:xfrm>
            <a:off x="636336" y="5734284"/>
            <a:ext cx="4859107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(suporte)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93CEBFAA-F96B-3B4C-2EEF-F3F85417DE9A}"/>
              </a:ext>
            </a:extLst>
          </p:cNvPr>
          <p:cNvSpPr txBox="1"/>
          <p:nvPr/>
        </p:nvSpPr>
        <p:spPr>
          <a:xfrm>
            <a:off x="636335" y="6124245"/>
            <a:ext cx="4859107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(suporte)</a:t>
            </a: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38A47D82-CE86-E4FA-CB5C-AAD7C1785198}"/>
              </a:ext>
            </a:extLst>
          </p:cNvPr>
          <p:cNvGrpSpPr/>
          <p:nvPr/>
        </p:nvGrpSpPr>
        <p:grpSpPr>
          <a:xfrm>
            <a:off x="6379815" y="2394245"/>
            <a:ext cx="5348052" cy="4114401"/>
            <a:chOff x="501042" y="1941534"/>
            <a:chExt cx="5830446" cy="2330425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13F6DE42-9C20-A669-5B30-AEEBB3C0FF8F}"/>
                </a:ext>
              </a:extLst>
            </p:cNvPr>
            <p:cNvSpPr/>
            <p:nvPr/>
          </p:nvSpPr>
          <p:spPr>
            <a:xfrm>
              <a:off x="501042" y="1941534"/>
              <a:ext cx="5830446" cy="2330425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6B6F34CD-39D9-AD5B-FA9B-0F24C723508B}"/>
                </a:ext>
              </a:extLst>
            </p:cNvPr>
            <p:cNvSpPr txBox="1"/>
            <p:nvPr/>
          </p:nvSpPr>
          <p:spPr>
            <a:xfrm>
              <a:off x="958997" y="2051984"/>
              <a:ext cx="5098590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(preencher)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AA73EDA0-0224-CDA6-D0B9-48697F9C4AAA}"/>
              </a:ext>
            </a:extLst>
          </p:cNvPr>
          <p:cNvSpPr txBox="1"/>
          <p:nvPr/>
        </p:nvSpPr>
        <p:spPr>
          <a:xfrm>
            <a:off x="6328394" y="1692104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Tabela de Evidências</a:t>
            </a:r>
            <a:endParaRPr kumimoji="0" lang="en-PT" sz="1400" b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79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E9A9B-A244-22E5-671E-662871F1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CA26E6D2-4BAF-C741-D8BF-A008599A9B0C}"/>
              </a:ext>
            </a:extLst>
          </p:cNvPr>
          <p:cNvSpPr txBox="1"/>
          <p:nvPr/>
        </p:nvSpPr>
        <p:spPr>
          <a:xfrm>
            <a:off x="2215785" y="502416"/>
            <a:ext cx="7680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</a:t>
            </a:r>
            <a:endParaRPr kumimoji="0" lang="en-PT" sz="48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6" descr="A purple and black logo&#10;&#10;AI-generated content may be incorrect.">
            <a:extLst>
              <a:ext uri="{FF2B5EF4-FFF2-40B4-BE49-F238E27FC236}">
                <a16:creationId xmlns:a16="http://schemas.microsoft.com/office/drawing/2014/main" id="{096B2816-B90A-6EDE-2AEE-E0E39AF19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328" y="580628"/>
            <a:ext cx="1530263" cy="910871"/>
          </a:xfrm>
          <a:prstGeom prst="rect">
            <a:avLst/>
          </a:prstGeom>
        </p:spPr>
      </p:pic>
      <p:grpSp>
        <p:nvGrpSpPr>
          <p:cNvPr id="4" name="Group 20">
            <a:extLst>
              <a:ext uri="{FF2B5EF4-FFF2-40B4-BE49-F238E27FC236}">
                <a16:creationId xmlns:a16="http://schemas.microsoft.com/office/drawing/2014/main" id="{38A47D82-CE86-E4FA-CB5C-AAD7C1785198}"/>
              </a:ext>
            </a:extLst>
          </p:cNvPr>
          <p:cNvGrpSpPr/>
          <p:nvPr/>
        </p:nvGrpSpPr>
        <p:grpSpPr>
          <a:xfrm>
            <a:off x="344775" y="2035554"/>
            <a:ext cx="5751226" cy="4487165"/>
            <a:chOff x="501042" y="1941534"/>
            <a:chExt cx="5830446" cy="2330425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13F6DE42-9C20-A669-5B30-AEEBB3C0FF8F}"/>
                </a:ext>
              </a:extLst>
            </p:cNvPr>
            <p:cNvSpPr/>
            <p:nvPr/>
          </p:nvSpPr>
          <p:spPr>
            <a:xfrm>
              <a:off x="501042" y="1941534"/>
              <a:ext cx="5830446" cy="2330425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6B6F34CD-39D9-AD5B-FA9B-0F24C723508B}"/>
                </a:ext>
              </a:extLst>
            </p:cNvPr>
            <p:cNvSpPr txBox="1"/>
            <p:nvPr/>
          </p:nvSpPr>
          <p:spPr>
            <a:xfrm>
              <a:off x="958997" y="2051984"/>
              <a:ext cx="5098590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(preencher)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AA73EDA0-0224-CDA6-D0B9-48697F9C4AAA}"/>
              </a:ext>
            </a:extLst>
          </p:cNvPr>
          <p:cNvSpPr txBox="1"/>
          <p:nvPr/>
        </p:nvSpPr>
        <p:spPr>
          <a:xfrm>
            <a:off x="293354" y="1333413"/>
            <a:ext cx="6043375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1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Pilot</a:t>
            </a: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Sketch</a:t>
            </a:r>
            <a:endParaRPr kumimoji="0" lang="en-PT" sz="14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E84DED7-1C19-B8C7-E6C6-A67B5A994D3C}"/>
              </a:ext>
            </a:extLst>
          </p:cNvPr>
          <p:cNvGrpSpPr/>
          <p:nvPr/>
        </p:nvGrpSpPr>
        <p:grpSpPr>
          <a:xfrm>
            <a:off x="6608402" y="2805100"/>
            <a:ext cx="5348048" cy="868020"/>
            <a:chOff x="797219" y="1955170"/>
            <a:chExt cx="5830439" cy="977456"/>
          </a:xfrm>
        </p:grpSpPr>
        <p:sp>
          <p:nvSpPr>
            <p:cNvPr id="22" name="Rounded Rectangle 2">
              <a:extLst>
                <a:ext uri="{FF2B5EF4-FFF2-40B4-BE49-F238E27FC236}">
                  <a16:creationId xmlns:a16="http://schemas.microsoft.com/office/drawing/2014/main" id="{2CC21D53-055A-BA1F-7FD1-5E4483FED00D}"/>
                </a:ext>
              </a:extLst>
            </p:cNvPr>
            <p:cNvSpPr/>
            <p:nvPr/>
          </p:nvSpPr>
          <p:spPr>
            <a:xfrm>
              <a:off x="797219" y="1955170"/>
              <a:ext cx="5830439" cy="636916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59D2803-E119-D143-1691-C3163B373565}"/>
                </a:ext>
              </a:extLst>
            </p:cNvPr>
            <p:cNvSpPr txBox="1"/>
            <p:nvPr/>
          </p:nvSpPr>
          <p:spPr>
            <a:xfrm>
              <a:off x="1015053" y="1989278"/>
              <a:ext cx="5297396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(preencher)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4" name="TextBox 7">
            <a:extLst>
              <a:ext uri="{FF2B5EF4-FFF2-40B4-BE49-F238E27FC236}">
                <a16:creationId xmlns:a16="http://schemas.microsoft.com/office/drawing/2014/main" id="{FE3A28CD-FE52-E24D-9E9A-DD92C12FD034}"/>
              </a:ext>
            </a:extLst>
          </p:cNvPr>
          <p:cNvSpPr txBox="1"/>
          <p:nvPr/>
        </p:nvSpPr>
        <p:spPr>
          <a:xfrm>
            <a:off x="6336729" y="2164410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Budget Range</a:t>
            </a:r>
            <a:endParaRPr kumimoji="0" lang="en-PT" sz="14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" name="Group 20">
            <a:extLst>
              <a:ext uri="{FF2B5EF4-FFF2-40B4-BE49-F238E27FC236}">
                <a16:creationId xmlns:a16="http://schemas.microsoft.com/office/drawing/2014/main" id="{63D08D4C-1328-9126-B014-A65CFCCB25B4}"/>
              </a:ext>
            </a:extLst>
          </p:cNvPr>
          <p:cNvGrpSpPr/>
          <p:nvPr/>
        </p:nvGrpSpPr>
        <p:grpSpPr>
          <a:xfrm>
            <a:off x="7087932" y="3631995"/>
            <a:ext cx="4967737" cy="563414"/>
            <a:chOff x="698338" y="1941536"/>
            <a:chExt cx="5415824" cy="634447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1F312293-3B5D-C865-0C84-0FA9D9746632}"/>
                </a:ext>
              </a:extLst>
            </p:cNvPr>
            <p:cNvSpPr/>
            <p:nvPr/>
          </p:nvSpPr>
          <p:spPr>
            <a:xfrm>
              <a:off x="698338" y="1941536"/>
              <a:ext cx="5297396" cy="634447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EB1A8354-692F-7A00-D520-98BC10308E6A}"/>
                </a:ext>
              </a:extLst>
            </p:cNvPr>
            <p:cNvSpPr txBox="1"/>
            <p:nvPr/>
          </p:nvSpPr>
          <p:spPr>
            <a:xfrm>
              <a:off x="816766" y="1983018"/>
              <a:ext cx="5297396" cy="4328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(preencher)</a:t>
              </a:r>
            </a:p>
          </p:txBody>
        </p:sp>
      </p:grpSp>
      <p:sp>
        <p:nvSpPr>
          <p:cNvPr id="37" name="Rounded Rectangle 2">
            <a:extLst>
              <a:ext uri="{FF2B5EF4-FFF2-40B4-BE49-F238E27FC236}">
                <a16:creationId xmlns:a16="http://schemas.microsoft.com/office/drawing/2014/main" id="{89FF58CE-9206-CCB4-E8CA-0CF2BF38BA3A}"/>
              </a:ext>
            </a:extLst>
          </p:cNvPr>
          <p:cNvSpPr/>
          <p:nvPr/>
        </p:nvSpPr>
        <p:spPr>
          <a:xfrm>
            <a:off x="7087932" y="4322280"/>
            <a:ext cx="4859108" cy="563414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ounded Rectangle 2">
            <a:extLst>
              <a:ext uri="{FF2B5EF4-FFF2-40B4-BE49-F238E27FC236}">
                <a16:creationId xmlns:a16="http://schemas.microsoft.com/office/drawing/2014/main" id="{B43FD5FE-5344-DF55-ECC8-60DD9B81E368}"/>
              </a:ext>
            </a:extLst>
          </p:cNvPr>
          <p:cNvSpPr/>
          <p:nvPr/>
        </p:nvSpPr>
        <p:spPr>
          <a:xfrm>
            <a:off x="7087932" y="5011080"/>
            <a:ext cx="4859108" cy="563414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5161EE8-B9A3-8D0F-F912-63B863D69D58}"/>
              </a:ext>
            </a:extLst>
          </p:cNvPr>
          <p:cNvSpPr txBox="1"/>
          <p:nvPr/>
        </p:nvSpPr>
        <p:spPr>
          <a:xfrm>
            <a:off x="7196562" y="4361399"/>
            <a:ext cx="4859108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(preencher)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90B59517-861A-54FC-0287-C130711E3989}"/>
              </a:ext>
            </a:extLst>
          </p:cNvPr>
          <p:cNvSpPr txBox="1"/>
          <p:nvPr/>
        </p:nvSpPr>
        <p:spPr>
          <a:xfrm>
            <a:off x="7196561" y="5074649"/>
            <a:ext cx="4859108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(preencher)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B85DC971-E087-1B90-BE5B-475B122FD9DE}"/>
              </a:ext>
            </a:extLst>
          </p:cNvPr>
          <p:cNvSpPr txBox="1"/>
          <p:nvPr/>
        </p:nvSpPr>
        <p:spPr>
          <a:xfrm rot="16200000">
            <a:off x="5686505" y="4269952"/>
            <a:ext cx="1968519" cy="66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Pressupostos</a:t>
            </a:r>
            <a:endParaRPr kumimoji="0" lang="en-PT" sz="110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732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Impact - Template PPT" id="{95EE8C36-BFF4-7B4B-8532-94D4E396CBD6}" vid="{1F275DBF-16B4-7C4C-AE26-8493DBDF7CD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1E9B0A7FBF2C4CB2E406794A264955" ma:contentTypeVersion="3" ma:contentTypeDescription="Criar um novo documento." ma:contentTypeScope="" ma:versionID="7693e30c31776aba2e38fede484b892f">
  <xsd:schema xmlns:xsd="http://www.w3.org/2001/XMLSchema" xmlns:xs="http://www.w3.org/2001/XMLSchema" xmlns:p="http://schemas.microsoft.com/office/2006/metadata/properties" xmlns:ns2="93a59706-6099-4f40-8eb4-c72b6da4c22e" targetNamespace="http://schemas.microsoft.com/office/2006/metadata/properties" ma:root="true" ma:fieldsID="d76c1fa9a2c371610e68ee4463fda867" ns2:_="">
    <xsd:import namespace="93a59706-6099-4f40-8eb4-c72b6da4c2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59706-6099-4f40-8eb4-c72b6da4c2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1324CD-1BEC-41DA-836E-F3892093FE8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042DF31-9F88-423E-8F6E-F13AB0A0A0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E09873-F0F3-4341-A0C7-51A462EC95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a59706-6099-4f40-8eb4-c72b6da4c2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318</TotalTime>
  <Words>63</Words>
  <Application>Microsoft Macintosh PowerPoint</Application>
  <PresentationFormat>Ecrã Panorâmico</PresentationFormat>
  <Paragraphs>22</Paragraphs>
  <Slides>2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7" baseType="lpstr">
      <vt:lpstr>Aptos</vt:lpstr>
      <vt:lpstr>Arial</vt:lpstr>
      <vt:lpstr>Helvetica Neue</vt:lpstr>
      <vt:lpstr>Aptos Display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Filipa Ferreira de Lima | imatch</dc:creator>
  <cp:lastModifiedBy>André Costa</cp:lastModifiedBy>
  <cp:revision>30</cp:revision>
  <dcterms:created xsi:type="dcterms:W3CDTF">2026-03-11T11:50:28Z</dcterms:created>
  <dcterms:modified xsi:type="dcterms:W3CDTF">2026-03-17T19:05:14Z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0x010100661E9B0A7FBF2C4CB2E406794A264955</vt:lpwstr>
  </property>
</Properties>
</file>